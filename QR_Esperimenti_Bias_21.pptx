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Lezione Interattiva sui Bias Cognitivi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Tutti i 21 Esperimenti Kahneman</a:t>
            </a:r>
          </a:p>
          <a:p>
            <a:r>
              <a:t>(Inquadra i QR code per rispondere!)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Loftus &amp; Palmer (Velocità Auto)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cch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Asian Disease (Malattia Asiatica)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Malattia_Asiat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Framing Medico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raming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Ancoraggio (Età Gandhi)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coraggio_Gand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Ancoraggio Medico (Roulette)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coraggio_Roul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Avversione alle Perdite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vversione_Perd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Illusione di Verità (Font)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llusione_Ver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Availability Heuristic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uristica_Disponibil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Problema di Linda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oblema_Li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Effetto Alone (Asch)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Al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Effetto Dote (Tazze Thaler)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ote_Ta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Effetto Dote (Licenza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ot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Costi Sommersi (Teatro Kahneman)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sti_Sommersi_Tea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Costi Sommersi (Progetto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osti_Sommersi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Effetto Default (Organ Donation)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ffetto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Priming Associativo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ming_Associ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Illusione di Superiorità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unning_Kru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WYSIATI (Giudizio Processo)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WYSI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Base Rate Neglect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Base_Rate_Neg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Decoy Effect (L'Esca)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_Es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Regressione alla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Regressione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</a:p>
          <a:p>
            <a:pPr>
              <a:defRPr sz="2400">
                <a:solidFill>
                  <a:srgbClr val="6C63FF"/>
                </a:solidFill>
              </a:defRPr>
            </a:pPr>
            <a:r>
              <a:t>Inquadra il QR code con la tua fotocamera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