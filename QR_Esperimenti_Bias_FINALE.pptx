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Lezione Interattiva sui Bias Cognitivi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Tutti i 21 Esperimenti Kahneman</a:t>
            </a:r>
          </a:p>
          <a:p>
            <a:r>
              <a:t>(Inquadra i QR code per rispondere!)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Loftus &amp; Palmer (Velocità Auto)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Mac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Asian Disease (Malattia Asiatica)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Malattia_Asi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Framing Medico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Framing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Ancoraggio (Età Gandhi)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Ancoraggio_Gand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Ancoraggio Medico (Roulette)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Ancoraggio_Roul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Avversione alle Perdite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Avversione_Perd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Illusione di Verità (Font)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llusione_Ver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Availability Heuristic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uristica_Disponibil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Problema di Linda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Problema_Li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Effetto Alone (Asch)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ffetto_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Effetto Dote (Tazze Thaler)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ffetto_Dote_Taz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Effetto Dote (Licenza AI)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ffetto_Dote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Costi Sommersi (Teatro Kahneman)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Costi_Sommersi_Tea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Costi Sommersi (Progetto AI)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Costi_Sommersi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Effetto Default (Organ Donation)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ffett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Priming Associativo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Priming_Associ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Illusione di Superiorità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unning_Kru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WYSIATI (Giudizio Processo)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WYSI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Base Rate Neglect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Base_Rate_Neg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Decoy Effect (L'Esca)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L_Es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Regressione alla Media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Regressione_Me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Illusione di Focalizzazione (Felicità)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llusione_Focalizz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tua fotocamera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