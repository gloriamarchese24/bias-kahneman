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Lezione Interattiva sui Bias Cognitivi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Inquadra i QR code per partecipare!</a:t>
            </a:r>
          </a:p>
          <a:p>
            <a:r>
              <a:t>(Generati automaticamente da IA)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Esperimento: Loftus &amp; Palmer - Macchina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Macch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fotocamera del tuo smartphone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Esperimento: Framing Effect - Epidemia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fotocamera del tuo smartphone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Esperimento: Anchoring - Popolazione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Ancoragg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fotocamera del tuo smartphone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Esperimento: Availability Heuristic - Rischio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Disponibil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fotocamera del tuo smartphone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Esperimento: Confirmation Bias - Professione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Confe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fotocamera del tuo smartphone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Esperimento: Dunning-Kruger - Quiz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Dunning_Kru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fotocamera del tuo smartphone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Esperimento: Sunk Cost - Concerto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Costi_Sommer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fotocamera del tuo smartphone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Esperimento: Halo Effect - Candidato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Effetto_Al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fotocamera del tuo smartphone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Esperimento: Bandwagon - Scelta App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Bandwa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fotocamera del tuo smartphone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Esperimento: Status Quo - Assicurazione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Status_Qu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2860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2179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</a:p>
          <a:p>
            <a:pPr>
              <a:defRPr sz="2400">
                <a:solidFill>
                  <a:srgbClr val="6C63FF"/>
                </a:solidFill>
              </a:defRPr>
            </a:pPr>
            <a:r>
              <a:t>Inquadra il QR code con la fotocamera del tuo smartphone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