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Lezione</a:t>
            </a:r>
            <a:r>
              <a:rPr dirty="0"/>
              <a:t> </a:t>
            </a:r>
            <a:r>
              <a:rPr dirty="0" err="1"/>
              <a:t>Interattiva</a:t>
            </a:r>
            <a:r>
              <a:rPr dirty="0"/>
              <a:t> sui Bias </a:t>
            </a:r>
            <a:r>
              <a:rPr dirty="0" err="1"/>
              <a:t>Cognitivi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Esperimento: Loftus &amp; Palmer - Macchina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Macch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fotocamera del tuo smartphone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Esperimento: Framing Effect - Epidemia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Fra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fotocamera del tuo smartphone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Esperimento: Anchoring - Popolazione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Ancoragg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fotocamera del tuo smartphone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Esperimento: Availability Heuristic - Rischio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Disponibil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fotocamera del tuo smartphone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Esperimento: Confirmation Bias - Professione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Confe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fotocamera del tuo smartphone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Esperimento: Dunning-Kruger -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Dunning_Kru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fotocamera del tuo smartphone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Esperimento: Sunk Cost - Concerto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Costi_Sommer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fotocamera del tuo smartphone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Esperimento: Halo Effect - Candidato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Effetto_A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fotocamera del tuo smartphone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Esperimento: Bandwagon - Scelta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Bandwag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fotocamera del tuo smartphone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Esperimento: Status Quo - Assicurazione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Status_Q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fotocamera del tuo smartphone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1187</TotalTime>
  <Words>164</Words>
  <Application>Microsoft Office PowerPoint</Application>
  <PresentationFormat>Presentazione su schermo (4:3)</PresentationFormat>
  <Paragraphs>31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Lezione Interattiva sui Bias Cognitivi</vt:lpstr>
      <vt:lpstr>Esperimento: Loftus &amp; Palmer - Macchina</vt:lpstr>
      <vt:lpstr>Esperimento: Framing Effect - Epidemia</vt:lpstr>
      <vt:lpstr>Esperimento: Anchoring - Popolazione</vt:lpstr>
      <vt:lpstr>Esperimento: Availability Heuristic - Rischio</vt:lpstr>
      <vt:lpstr>Esperimento: Confirmation Bias - Professione</vt:lpstr>
      <vt:lpstr>Esperimento: Dunning-Kruger - Quiz</vt:lpstr>
      <vt:lpstr>Esperimento: Sunk Cost - Concerto</vt:lpstr>
      <vt:lpstr>Esperimento: Halo Effect - Candidato</vt:lpstr>
      <vt:lpstr>Esperimento: Bandwagon - Scelta App</vt:lpstr>
      <vt:lpstr>Esperimento: Status Quo - Assicurazione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gloria marchese</cp:lastModifiedBy>
  <cp:revision>2</cp:revision>
  <dcterms:created xsi:type="dcterms:W3CDTF">2013-01-27T09:14:16Z</dcterms:created>
  <dcterms:modified xsi:type="dcterms:W3CDTF">2026-03-29T12:40:04Z</dcterms:modified>
  <cp:category/>
</cp:coreProperties>
</file>