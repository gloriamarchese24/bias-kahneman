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Lezione Interattiva sui Bias Cognitivi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Tutti i 22 Esperimenti Kahneman</a:t>
            </a:r>
          </a:p>
          <a:p>
            <a:r>
              <a:t>(Inquadra i QR code per rispondere in tempo reale!)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1. Incidente Stradale (Loftus &amp; Palmer)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Falsi Ricordi &amp; Suggestionabilità (False Memories)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Guarda il breve video dell'incidente stradale mostrato a lezione.</a:t>
            </a:r>
            <a:br/>
            <a:br/>
            <a:r>
              <a:t>Successivamente, inquadra il QR code per stimare la velocità dei veicoli e rispondere alle domande dal tuo smartphone.</a:t>
            </a:r>
          </a:p>
        </p:txBody>
      </p:sp>
      <p:pic>
        <p:nvPicPr>
          <p:cNvPr id="5" name="Picture 4" descr="Macch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2. Il Paradosso della Malattia Asiatica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Framing / Formulazione della Scelta (Framing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Un'epidemia asiatica molto contagiosa rischia di colpire 600 persone. Sono stati proposti due diversi programmi sanitari d'intervento per affrontarla.</a:t>
            </a:r>
            <a:br/>
            <a:br/>
            <a:r>
              <a:t>Inquadra il QR code con il tuo smartphone per scegliere il programma migliore secondo te.</a:t>
            </a:r>
          </a:p>
        </p:txBody>
      </p:sp>
      <p:pic>
        <p:nvPicPr>
          <p:cNvPr id="5" name="Picture 4" descr="Malattia_Asia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3. Chirurgia Robotica con Intelligenza Artificiale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Framing Medico (Positive vs Negative Framing)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 nuovo software robotico AI deve eseguire un intervento chirurgico ad alto rischio su 100 pazienti in condizioni critiche.</a:t>
            </a:r>
            <a:br/>
            <a:br/>
            <a:r>
              <a:t>Inquadra il QR code per leggere i dati statistici ed esprimere la tua decisione.</a:t>
            </a:r>
          </a:p>
        </p:txBody>
      </p:sp>
      <p:pic>
        <p:nvPicPr>
          <p:cNvPr id="5" name="Picture 4" descr="Framing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4. Stima Biografica di Gandhi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Ancoraggio / Valutazione di Riferimento (Anchoring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Mettiti alla prova con due domande sulla biografia e sulla storia di Gandhi.</a:t>
            </a:r>
            <a:br/>
            <a:br/>
            <a:r>
              <a:t>Inquadra il QR code con il tuo smartphone per inserire la tua stima.</a:t>
            </a:r>
          </a:p>
        </p:txBody>
      </p:sp>
      <p:pic>
        <p:nvPicPr>
          <p:cNvPr id="5" name="Picture 4" descr="Ancoraggio_Gand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5. Valutazione Diagnostica Ospedaliera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Ancoraggio Numerico Irrilevante (Arbitrary Anchoring)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Osserva il numero estratto dalla ruota della fortuna mostrata a lezione.</a:t>
            </a:r>
            <a:br/>
            <a:br/>
            <a:r>
              <a:t>Successivamente, inquadra il QR code per fornire la tua stima sulla percentuale di diagnosi errate in ospedale.</a:t>
            </a:r>
          </a:p>
        </p:txBody>
      </p:sp>
      <p:pic>
        <p:nvPicPr>
          <p:cNvPr id="5" name="Picture 4" descr="Ancoraggio_Roul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6. Decisione Finanziaria e Rischio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Avversione alle Perdite &amp; Teoria del Prospetto (Loss Aversion)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Ti viene proposto uno scenario economico con un premio iniziale e due opzioni finanziarie alternative.</a:t>
            </a:r>
            <a:br/>
            <a:br/>
            <a:r>
              <a:t>Inquadra il QR code dal tuo smartphone per scegliere l'opzione che preferisci.</a:t>
            </a:r>
          </a:p>
        </p:txBody>
      </p:sp>
      <p:pic>
        <p:nvPicPr>
          <p:cNvPr id="5" name="Picture 4" descr="Avversione_Perd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7. Valutazione dell'Affermazione Scientifica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Verità &amp; Fluidità Cognitiva (Illusion of Truth)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con la fotocamera del tuo smartphone per leggere l'affermazione scientifica proposta e valutare da 1 a 10 quanto ti sembra vera.</a:t>
            </a:r>
          </a:p>
        </p:txBody>
      </p:sp>
      <p:pic>
        <p:nvPicPr>
          <p:cNvPr id="5" name="Picture 4" descr="Illusione_Ver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8. Inventario della Personalità (Assertività)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Euristica della Disponibilità &amp; Sforzo Cognitivo (Availability Heuristic)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dal tuo smartphone per completare un breve esercizio di memoria sui tuoi comportamenti passati e valutare il tuo livello personale di assertività.</a:t>
            </a:r>
          </a:p>
        </p:txBody>
      </p:sp>
      <p:pic>
        <p:nvPicPr>
          <p:cNvPr id="5" name="Picture 4" descr="Euristica_Disponibil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9. Il Profilo di Linda (Kahneman &amp; Tversky)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Fallacia della Congiunzione &amp; Rappresentatività (Conjunction Fallacy)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Linda ha 31 anni, è single, brillante, laureata in filosofia e da studentessa si è occupata di giustizia sociale e manifestazioni antinucleari.</a:t>
            </a:r>
            <a:br/>
            <a:br/>
            <a:r>
              <a:t>Inquadra il QR code per stimare la probabilità della sua occupazione attuale.</a:t>
            </a:r>
          </a:p>
        </p:txBody>
      </p:sp>
      <p:pic>
        <p:nvPicPr>
          <p:cNvPr id="5" name="Picture 4" descr="Problema_Li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10. Valutazione del Profilo Professionale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Alone &amp; Ordine di Presentazione (Halo Effect / Asch)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leggere la descrizione dei tratti di personalità del collega fornita dai suoi compagni di lavoro e valutare la tua impressione generale su di lui.</a:t>
            </a:r>
          </a:p>
        </p:txBody>
      </p:sp>
      <p:pic>
        <p:nvPicPr>
          <p:cNvPr id="5" name="Picture 4" descr="Effetto_Al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11. Il Mercato della Tazza (Thaler)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Dote (Endowment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Partecipa alla simulazione di mercato per una bellissima tazza del nostro istituto.</a:t>
            </a:r>
            <a:br/>
            <a:br/>
            <a:r>
              <a:t>Inquadra il QR code con il tuo smartphone per scoprire il tuo ruolo e indicare il tuo prezzo.</a:t>
            </a:r>
          </a:p>
        </p:txBody>
      </p:sp>
      <p:pic>
        <p:nvPicPr>
          <p:cNvPr id="5" name="Picture 4" descr="Effetto_Dote_Taz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12. Mercato della Licenza Software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Dote applicato ai Beni Digitali (Endowment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Partecipa alla trattativa di mercato per una rarissima licenza software diagnostica AI.</a:t>
            </a:r>
            <a:br/>
            <a:br/>
            <a:r>
              <a:t>Inquadra il QR code per scoprire il tuo ruolo nella trattativa e la tua offerta in euro (€).</a:t>
            </a:r>
          </a:p>
        </p:txBody>
      </p:sp>
      <p:pic>
        <p:nvPicPr>
          <p:cNvPr id="5" name="Picture 4" descr="Effetto_Dote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13. Lo Spettacolo a Teatro (Kahneman)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Fallacia dei Costi Sommersi (Sunk Cost Fallacy)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È la sera dello spettacolo teatrale che ti interessava molto, ma improvvisamente scoppia una tormenta di neve spaventosa.</a:t>
            </a:r>
            <a:br/>
            <a:br/>
            <a:r>
              <a:t>Inquadra il QR code dal tuo smartphone per indicare cosa decidi di fare.</a:t>
            </a:r>
          </a:p>
        </p:txBody>
      </p:sp>
      <p:pic>
        <p:nvPicPr>
          <p:cNvPr id="5" name="Picture 4" descr="Costi_Sommersi_Tea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14. Gestione Progetto di Ricerca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Costi Sommersi negli Investimenti di Sviluppo (Sunk Cost in R&amp;D)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Sei a capo di un team di ricerca per un nuovo algoritmo diagnostico. Durante i lavori, Google rilascia un software gratuito tecnicamente superiore.</a:t>
            </a:r>
            <a:br/>
            <a:br/>
            <a:r>
              <a:t>Inquadra il QR code per decidere il futuro del tuo progetto.</a:t>
            </a:r>
          </a:p>
        </p:txBody>
      </p:sp>
      <p:pic>
        <p:nvPicPr>
          <p:cNvPr id="5" name="Picture 4" descr="Costi_Sommersi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15. Modulo di Assunzione Ospedaliera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Default &amp; Architettura delle Scelte (Default Effect / Nudge)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Immagina di compilare i moduli di onboarding per l'assunzione come dipendente ospedaliero.</a:t>
            </a:r>
            <a:br/>
            <a:br/>
            <a:r>
              <a:t>Inquadra il QR code con lo smartphone per completare la tua scelta sul modulo.</a:t>
            </a:r>
          </a:p>
        </p:txBody>
      </p:sp>
      <p:pic>
        <p:nvPicPr>
          <p:cNvPr id="5" name="Picture 4" descr="Effetto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16. Test di Completamento Parole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Priming Semantico / Associativo (Associative Priming)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leggere velocemente le parole che appariranno sul tuo schermo e completare la parola mancante nel minor tempo possibile.</a:t>
            </a:r>
          </a:p>
        </p:txBody>
      </p:sp>
      <p:pic>
        <p:nvPicPr>
          <p:cNvPr id="5" name="Picture 4" descr="Priming_Associ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17. Valutazione delle Abilità Accademiche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Superiorità &amp; Effetto Dunning-Kruger (Overconfidence)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con il tuo smartphone per rispondere in modo del tutto anonimo alla domanda di autovalutazione delle tue capacità accademiche.</a:t>
            </a:r>
          </a:p>
        </p:txBody>
      </p:sp>
      <p:pic>
        <p:nvPicPr>
          <p:cNvPr id="5" name="Picture 4" descr="Dunning_Kru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18. WYSIATI — Persistenza dell'Ipotesi (Bruner &amp; Potter)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WYSIATI ('What You See Is All There Is') &amp; Bias di Conferma Visivo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Guarda la sequenza visiva sul tuo smartphone dopo aver inquadrato il QR code.</a:t>
            </a:r>
            <a:br/>
            <a:br/>
            <a:r>
              <a:t>⚡ IMPORTANTISSIMO: Non ci sono opzioni a scelta multipla! Scrivi nello spazio sul tuo smartphone LA PRIMA COSA CHE VEDI (la tua primissima impressione non appena l'immagine compare) e invia subito!</a:t>
            </a:r>
          </a:p>
        </p:txBody>
      </p:sp>
      <p:pic>
        <p:nvPicPr>
          <p:cNvPr id="5" name="Picture 4" descr="WYSIA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19. Sondaggio sul Benessere Personale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Focalizzazione (Focusing Illusion)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rispondere a un breve sondaggio sul tuo benessere generale e sulla tua soddisfazione di vita.</a:t>
            </a:r>
          </a:p>
        </p:txBody>
      </p:sp>
      <p:pic>
        <p:nvPicPr>
          <p:cNvPr id="5" name="Picture 4" descr="Illusione_Focalizz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20. Il Paradosso Diagnostico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Disattenzione per la Frequenza di Base (Base Rate Neglect)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Una malattia rara colpisce l'1% della popolazione mondiale. Un test in grado di rilevarla è accurato al 95%. Risulti POSITIVO.</a:t>
            </a:r>
            <a:br/>
            <a:br/>
            <a:r>
              <a:t>Inquadra il QR code per stimare la reale probabilità di avere la malattia.</a:t>
            </a:r>
          </a:p>
        </p:txBody>
      </p:sp>
      <p:pic>
        <p:nvPicPr>
          <p:cNvPr id="5" name="Picture 4" descr="Base_Rate_Negl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21. Scelta dell'Abbonamento (The Economist)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Esca / Attrazione (Decoy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Devi scegliere la formula d'abbonamento alla rivista The Economist che ritieni più conveniente.</a:t>
            </a:r>
            <a:br/>
            <a:br/>
            <a:r>
              <a:t>Inquadra il QR code con lo smartphone per selezionare la tua scelta.</a:t>
            </a:r>
          </a:p>
        </p:txBody>
      </p:sp>
      <p:pic>
        <p:nvPicPr>
          <p:cNvPr id="5" name="Picture 4" descr="L_Es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22. L'Effetto dell'Istruzione di Volo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Illusioni Causali vs Regressione alla Media (Regression to the Mean)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Gli istruttori di volo israeliani notano che sgridare dopo un errore migliora la manovra successiva, mentre lodare la peggiora.</a:t>
            </a:r>
            <a:br/>
            <a:br/>
            <a:r>
              <a:t>Inquadra il QR code per spiegare perché si verifica questo fenomeno.</a:t>
            </a:r>
          </a:p>
        </p:txBody>
      </p:sp>
      <p:pic>
        <p:nvPicPr>
          <p:cNvPr id="5" name="Picture 4" descr="Regressione_Me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23. Il Compito 2 - 4 - 6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Bias di Conferma / Verifica delle Ipotesi (Wason, 1960)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Ti viene mostrata la sequenza numerica 2 - 4 - 6, che segue una regola segreta inventata dal docente.</a:t>
            </a:r>
            <a:br/>
            <a:br/>
            <a:r>
              <a:t>Inquadra il QR code per scegliere la terzetta di numeri che intendi testare per scoprire la regola.</a:t>
            </a:r>
          </a:p>
        </p:txBody>
      </p:sp>
      <p:pic>
        <p:nvPicPr>
          <p:cNvPr id="5" name="Picture 4" descr="Bias_Conferma_W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