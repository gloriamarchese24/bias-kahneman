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con attenzione la sequenza visiva mostrata sul tuo smartphone dopo aver inquadrato il QR code.</a:t>
            </a:r>
            <a:br/>
            <a:br/>
            <a:r>
              <a:t>⚡ IMPORTANTISSIMO: Seleziona e invia la tua risposta il PRIMA POSSIBILE non appena pensi di aver riconosciuto cosa raffigura l'immagine!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23. Il Compito 2 - 4 - 6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Bias di Conferma / Verifica delle Ipotesi (Wason, 1960)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mostrata la sequenza numerica 2 - 4 - 6, che segue una regola segreta inventata dal docente.</a:t>
            </a:r>
            <a:br/>
            <a:br/>
            <a:r>
              <a:t>Inquadra il QR code per scegliere la terzetta di numeri che intendi testare per scoprire la regola.</a:t>
            </a:r>
          </a:p>
        </p:txBody>
      </p:sp>
      <p:pic>
        <p:nvPicPr>
          <p:cNvPr id="5" name="Picture 4" descr="Bias_Conferma_W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