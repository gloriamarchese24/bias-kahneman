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Mahatma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Mahatma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Persistenza dell'Ipotesi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('What You See Is All There Is') &amp; Bias di Conferma Visivo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con attenzione l'immagine visiva mostrata sul tuo smartphone dopo aver inquadrato il QR code.</a:t>
            </a:r>
            <a:br/>
            <a:br/>
            <a:r>
              <a:t>Indica cosa ritieni rappresenti principalmente l'immagine (es. Un Minion vs Un Idrante/Estintore).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